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6" r:id="rId10"/>
    <p:sldId id="263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2388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71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02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29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35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75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11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31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72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1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5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4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0AB19-C960-4B41-91FD-809C344493CD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31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68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06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Arial Black" panose="020B0A04020102020204" pitchFamily="34" charset="0"/>
              </a:rPr>
              <a:t>ОПИСАНИЕ ТОВАРА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 smtClean="0">
                <a:latin typeface="Arial Black" panose="020B0A04020102020204" pitchFamily="34" charset="0"/>
              </a:rPr>
              <a:t>ПОДАРОЧНЫЕ БОКСЫ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59578"/>
              </p:ext>
            </p:extLst>
          </p:nvPr>
        </p:nvGraphicFramePr>
        <p:xfrm>
          <a:off x="172721" y="1428749"/>
          <a:ext cx="6365239" cy="4990143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09173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2644386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26703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БОКС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СОДЕРЖАНИЕ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2054203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Стандартный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Индивидуальная кружка с персональным </a:t>
                      </a:r>
                      <a:r>
                        <a:rPr lang="ru-RU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принтом</a:t>
                      </a:r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или портретом владельца.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Выбор конфет ручной работы или премиум-шоколад.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Печенье с символичным орнаментом или вашим брендом.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Альбом-коллаж с семейными фотографиями (можно дополнить цифровым контентом, QR-код ведет на онлайн-галерею).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Коробочка миниатюрных сувениров (магнитики, значки, декоративные свечи).</a:t>
                      </a:r>
                      <a:endParaRPr lang="ru-RU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2054203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Сладкий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Фигурные шоколадки с индивидуальными изображениями или узорами.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Разнообразие конфет ручной работы (трюфель, карамель, нуга).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Полезные сладости (мармелад, пастила, натуральные леденцы).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Маленькая мягкая игрушка, стилизованная под тему праздника.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Своя уникальная марка, напечатанная на специальной коробке.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Открытка-поздравление с изображением главного героя события.</a:t>
                      </a:r>
                      <a:endParaRPr lang="ru-RU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236890"/>
              </p:ext>
            </p:extLst>
          </p:nvPr>
        </p:nvGraphicFramePr>
        <p:xfrm>
          <a:off x="6744063" y="1435412"/>
          <a:ext cx="6365239" cy="498348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09173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2644386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1913227">
                <a:tc>
                  <a:txBody>
                    <a:bodyPr/>
                    <a:lstStyle/>
                    <a:p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Цветочный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Изящная коробочка с искусственным букетом из сухоцветов или полимерных цветов.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Декоративные украшения: атласные ленты, маленькие подсвечники, цветочные аксессуары.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Атмосферная мини-закладка для книг или браслет ручной работы.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Посадка семян растений в горшочке (мини-сад для дома).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Запоминающаяся фотография хозяина бокса в рамке с цитатой благодарности.</a:t>
                      </a:r>
                      <a:endParaRPr lang="ru-RU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277"/>
                  </a:ext>
                </a:extLst>
              </a:tr>
              <a:tr h="2477126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Памятный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Книга воспоминаний с интерактивными страницами, где размещены личные заметки и истории.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Фотографии любимых моментов, оживающие через приложение дополненной реальности (AR-технология).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Коллекция специальных ароматических свечей, ассоциирующихся с приятными воспоминаниями.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Сборник билетов, визиток, пригласительных, важных писем и предметов, символизирующих прошлое.</a:t>
                      </a:r>
                    </a:p>
                    <a:p>
                      <a:pPr algn="l"/>
                      <a:r>
                        <a:rPr lang="ru-RU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Браслет или подвеска с гравировкой имени или послания.</a:t>
                      </a:r>
                      <a:endParaRPr lang="ru-RU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95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79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5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21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47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94"/>
            <a:ext cx="11353800" cy="667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1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Arial Black" panose="020B0A04020102020204" pitchFamily="34" charset="0"/>
              </a:rPr>
              <a:t>ОПЕРАЦИОННЫЙ ПЛАН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" y="809624"/>
            <a:ext cx="12178666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 smtClean="0">
                <a:latin typeface="Arial Black" panose="020B0A04020102020204" pitchFamily="34" charset="0"/>
              </a:rPr>
              <a:t>ОБОРУДОВАНИЕ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266768"/>
              </p:ext>
            </p:extLst>
          </p:nvPr>
        </p:nvGraphicFramePr>
        <p:xfrm>
          <a:off x="172721" y="1854197"/>
          <a:ext cx="6106159" cy="276860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56517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420953">
                  <a:extLst>
                    <a:ext uri="{9D8B030D-6E8A-4147-A177-3AD203B41FA5}">
                      <a16:colId xmlns:a16="http://schemas.microsoft.com/office/drawing/2014/main" val="124400431"/>
                    </a:ext>
                  </a:extLst>
                </a:gridCol>
                <a:gridCol w="1330200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598489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Широкоформатный принтер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113.322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113.322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Термотрансферный принтер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63.210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126.420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Компьютер и ПО</a:t>
                      </a:r>
                      <a:endParaRPr lang="ru-RU" sz="120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Ноутбук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95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Планшет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9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46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03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Arial Black" panose="020B0A04020102020204" pitchFamily="34" charset="0"/>
              </a:rPr>
              <a:t>ФИНАНСОВЫЙ ПЛАН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5725" y="809624"/>
            <a:ext cx="12106275" cy="504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smtClean="0">
                <a:latin typeface="Arial Black" panose="020B0A04020102020204" pitchFamily="34" charset="0"/>
              </a:rPr>
              <a:t>ЗАТРАТЫ</a:t>
            </a:r>
            <a:endParaRPr lang="ru-RU" sz="32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993059"/>
              </p:ext>
            </p:extLst>
          </p:nvPr>
        </p:nvGraphicFramePr>
        <p:xfrm>
          <a:off x="195581" y="1457957"/>
          <a:ext cx="6106159" cy="519176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56517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420953">
                  <a:extLst>
                    <a:ext uri="{9D8B030D-6E8A-4147-A177-3AD203B41FA5}">
                      <a16:colId xmlns:a16="http://schemas.microsoft.com/office/drawing/2014/main" val="124400431"/>
                    </a:ext>
                  </a:extLst>
                </a:gridCol>
                <a:gridCol w="1330200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598489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</a:t>
                      </a:r>
                      <a:endParaRPr lang="ru-RU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Принтер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23423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456456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45345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19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234234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95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456456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9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7657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752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234234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23423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656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7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456456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4656456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234234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22342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6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45345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345345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44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1231231231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755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315</Words>
  <Application>Microsoft Office PowerPoint</Application>
  <PresentationFormat>Широкоэкранный</PresentationFormat>
  <Paragraphs>111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ОПИСАНИЕ ТОВАРА</vt:lpstr>
      <vt:lpstr>Презентация PowerPoint</vt:lpstr>
      <vt:lpstr>Презентация PowerPoint</vt:lpstr>
      <vt:lpstr>Презентация PowerPoint</vt:lpstr>
      <vt:lpstr>Презентация PowerPoint</vt:lpstr>
      <vt:lpstr>ОПЕРАЦИОННЫЙ ПЛАН</vt:lpstr>
      <vt:lpstr>Презентация PowerPoint</vt:lpstr>
      <vt:lpstr>ФИНАНСОВЫЙ ПЛАН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46</cp:revision>
  <dcterms:created xsi:type="dcterms:W3CDTF">2026-02-13T09:27:56Z</dcterms:created>
  <dcterms:modified xsi:type="dcterms:W3CDTF">2026-02-13T10:29:47Z</dcterms:modified>
</cp:coreProperties>
</file>